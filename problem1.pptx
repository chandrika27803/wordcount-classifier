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0" r:id="rId3"/>
    <p:sldId id="257" r:id="rId4"/>
    <p:sldId id="258" r:id="rId5"/>
    <p:sldId id="259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F59C3C-AD64-4732-AF5C-C21193F19675}" v="1" dt="2025-12-01T04:35:33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0" autoAdjust="0"/>
    <p:restoredTop sz="94206" autoAdjust="0"/>
  </p:normalViewPr>
  <p:slideViewPr>
    <p:cSldViewPr snapToGrid="0">
      <p:cViewPr varScale="1">
        <p:scale>
          <a:sx n="65" d="100"/>
          <a:sy n="65" d="100"/>
        </p:scale>
        <p:origin x="5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470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66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444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97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56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29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14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00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88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192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6139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832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1762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43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156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866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365DF-BB04-4FC9-BB0E-E7329BE5A76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48AA64A-3C03-4B9B-AF5A-37516D20F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66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49934-5E7B-F2A1-3A4E-6799ECB77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6349" y="2133600"/>
            <a:ext cx="10950794" cy="37776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Multithreaded Word Count Classifier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759719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472ED-64A3-C401-CC95-B8A6EFD4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829" y="624110"/>
            <a:ext cx="9646783" cy="1280890"/>
          </a:xfrm>
        </p:spPr>
        <p:txBody>
          <a:bodyPr>
            <a:normAutofit/>
          </a:bodyPr>
          <a:lstStyle/>
          <a:p>
            <a:r>
              <a:rPr lang="en-US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1 : Multithreaded Word Count Classifier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AB619-4906-68D5-F4D6-818059064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96571"/>
            <a:ext cx="8915400" cy="4314651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800" dirty="0"/>
              <a:t>Build a system using 2 threads + 2 ML models.</a:t>
            </a:r>
            <a:br>
              <a:rPr lang="en-US" sz="2800" dirty="0"/>
            </a:br>
            <a:r>
              <a:rPr lang="en-US" sz="2800" dirty="0"/>
              <a:t>Thread 1: Read &amp; clean text from messages.txt.</a:t>
            </a:r>
            <a:br>
              <a:rPr lang="en-US" sz="2800" dirty="0"/>
            </a:br>
            <a:r>
              <a:rPr lang="en-US" sz="2800" dirty="0"/>
              <a:t>Thread 2: TF-IDF + Logistic Regression model.</a:t>
            </a:r>
            <a:br>
              <a:rPr lang="en-US" sz="2800" dirty="0"/>
            </a:br>
            <a:r>
              <a:rPr lang="en-US" sz="2800" dirty="0"/>
              <a:t>Main thread: </a:t>
            </a:r>
            <a:r>
              <a:rPr lang="en-US" sz="2800" dirty="0" err="1"/>
              <a:t>PyTorch</a:t>
            </a:r>
            <a:r>
              <a:rPr lang="en-US" sz="2800" dirty="0"/>
              <a:t> classifier (1 hidden layer).</a:t>
            </a:r>
            <a:br>
              <a:rPr lang="en-US" sz="2800" dirty="0"/>
            </a:br>
            <a:r>
              <a:rPr lang="en-US" sz="2800" dirty="0"/>
              <a:t>Predict 5 test sentences and compare models.</a:t>
            </a:r>
            <a:br>
              <a:rPr lang="en-US" sz="2800" dirty="0"/>
            </a:br>
            <a:br>
              <a:rPr lang="en-IN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6966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9FD81-DF27-D300-EC2D-E03193BFC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F7D85-4788-4104-A45F-885A96D6B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Created messages.txt with text + labels(used </a:t>
            </a:r>
            <a:r>
              <a:rPr lang="en-US" sz="2800" dirty="0" err="1"/>
              <a:t>chatgpt</a:t>
            </a:r>
            <a:r>
              <a:rPr lang="en-US" sz="2800" dirty="0"/>
              <a:t>)</a:t>
            </a:r>
          </a:p>
          <a:p>
            <a:r>
              <a:rPr lang="en-US" sz="2800" dirty="0"/>
              <a:t>Thread 1 cleaned text and sent to queue.</a:t>
            </a:r>
          </a:p>
          <a:p>
            <a:r>
              <a:rPr lang="en-US" sz="2800" dirty="0"/>
              <a:t>Thread 2 trained Logistic Regression using TF-IDF.</a:t>
            </a:r>
          </a:p>
          <a:p>
            <a:r>
              <a:rPr lang="en-US" sz="2800" dirty="0"/>
              <a:t>Main thread converted TF-IDF → tensors.</a:t>
            </a:r>
          </a:p>
          <a:p>
            <a:r>
              <a:rPr lang="en-US" sz="2800" dirty="0"/>
              <a:t>Trained </a:t>
            </a:r>
            <a:r>
              <a:rPr lang="en-US" sz="2800" dirty="0" err="1"/>
              <a:t>PyTorch</a:t>
            </a:r>
            <a:r>
              <a:rPr lang="en-US" sz="2800" dirty="0"/>
              <a:t> model.</a:t>
            </a:r>
          </a:p>
          <a:p>
            <a:r>
              <a:rPr lang="en-US" sz="2800" dirty="0"/>
              <a:t>Compared predictions of both models.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325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168C4-36C5-2EF0-1007-12F3E2BD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Libraries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213CA-BEC6-F37F-FA67-D3FB3003F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• threading – multithreading</a:t>
            </a:r>
          </a:p>
          <a:p>
            <a:r>
              <a:rPr lang="en-IN" sz="2800" dirty="0"/>
              <a:t>• queue – communication between threads</a:t>
            </a:r>
          </a:p>
          <a:p>
            <a:r>
              <a:rPr lang="en-IN" sz="2800" dirty="0"/>
              <a:t>• </a:t>
            </a:r>
            <a:r>
              <a:rPr lang="en-IN" sz="2800" dirty="0" err="1"/>
              <a:t>sklearn</a:t>
            </a:r>
            <a:r>
              <a:rPr lang="en-IN" sz="2800" dirty="0"/>
              <a:t> – </a:t>
            </a:r>
            <a:r>
              <a:rPr lang="en-IN" sz="2800" dirty="0" err="1"/>
              <a:t>TfidfVectorizer</a:t>
            </a:r>
            <a:r>
              <a:rPr lang="en-IN" sz="2800" dirty="0"/>
              <a:t>, Logistic Regression</a:t>
            </a:r>
          </a:p>
          <a:p>
            <a:r>
              <a:rPr lang="en-IN" sz="2800" dirty="0"/>
              <a:t>• </a:t>
            </a:r>
            <a:r>
              <a:rPr lang="en-IN" sz="2800" dirty="0" err="1"/>
              <a:t>PyTorch</a:t>
            </a:r>
            <a:r>
              <a:rPr lang="en-IN" sz="2800" dirty="0"/>
              <a:t> – tensors, neural network</a:t>
            </a:r>
          </a:p>
          <a:p>
            <a:r>
              <a:rPr lang="en-IN" sz="2800" dirty="0"/>
              <a:t>• pandas – file handling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850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C753B-AF3B-B939-90E1-2F80C4862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367B7-7796-DD17-CAED-751F5C23D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Understanding how queues work</a:t>
            </a:r>
          </a:p>
          <a:p>
            <a:r>
              <a:rPr lang="en-US" sz="2800" dirty="0"/>
              <a:t>Finding all the libraries required for the problem</a:t>
            </a:r>
          </a:p>
          <a:p>
            <a:r>
              <a:rPr lang="en-US" sz="2800" dirty="0"/>
              <a:t>Understanding how </a:t>
            </a:r>
            <a:r>
              <a:rPr lang="en-IN" sz="2800" dirty="0" err="1"/>
              <a:t>TfidfVectorizer</a:t>
            </a:r>
            <a:r>
              <a:rPr lang="en-IN" sz="2800" dirty="0"/>
              <a:t> works</a:t>
            </a:r>
          </a:p>
          <a:p>
            <a:r>
              <a:rPr lang="en-IN" sz="2800" dirty="0"/>
              <a:t>Creating a neural network architecture</a:t>
            </a:r>
          </a:p>
          <a:p>
            <a:endParaRPr lang="en-IN" sz="2800" dirty="0"/>
          </a:p>
          <a:p>
            <a:endParaRPr lang="en-US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6882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AE66-8837-C7E4-1DB4-50AE427CB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Mistakes Made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2E01E-4CC6-C756-6432-751D769D3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Creating the flow of threads</a:t>
            </a:r>
          </a:p>
          <a:p>
            <a:r>
              <a:rPr lang="en-US" sz="2800" dirty="0"/>
              <a:t>Not converting sparse matrix to dense array </a:t>
            </a:r>
          </a:p>
          <a:p>
            <a:r>
              <a:rPr lang="en-IN" sz="2800" dirty="0"/>
              <a:t>Shape mismatches from conversions</a:t>
            </a:r>
          </a:p>
          <a:p>
            <a:r>
              <a:rPr lang="en-IN" sz="2800" dirty="0"/>
              <a:t>Creating the messages.txt file</a:t>
            </a:r>
          </a:p>
        </p:txBody>
      </p:sp>
    </p:spTree>
    <p:extLst>
      <p:ext uri="{BB962C8B-B14F-4D97-AF65-F5344CB8AC3E}">
        <p14:creationId xmlns:p14="http://schemas.microsoft.com/office/powerpoint/2010/main" val="381597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F0349-9E62-B0FF-2DC8-6D1478EFA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63E2C-2AEC-DCBF-9D92-894DBD886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How multithreading works in ML pipelines</a:t>
            </a:r>
          </a:p>
          <a:p>
            <a:r>
              <a:rPr lang="en-US" sz="2400" dirty="0"/>
              <a:t>How TF-IDF converts text to numerical features</a:t>
            </a:r>
          </a:p>
          <a:p>
            <a:r>
              <a:rPr lang="en-US" sz="2400" dirty="0"/>
              <a:t>How to build a neural network in </a:t>
            </a:r>
            <a:r>
              <a:rPr lang="en-US" sz="2400" dirty="0" err="1"/>
              <a:t>PyTorch</a:t>
            </a:r>
            <a:endParaRPr lang="en-US" sz="2400" dirty="0"/>
          </a:p>
          <a:p>
            <a:r>
              <a:rPr lang="en-US" sz="2400" dirty="0"/>
              <a:t>How queues work</a:t>
            </a:r>
          </a:p>
          <a:p>
            <a:r>
              <a:rPr lang="en-US" sz="2400" dirty="0"/>
              <a:t>Importance of synchronization between threads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42191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77</TotalTime>
  <Words>224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Wisp</vt:lpstr>
      <vt:lpstr>PowerPoint Presentation</vt:lpstr>
      <vt:lpstr>Problem 1 : Multithreaded Word Count Classifier</vt:lpstr>
      <vt:lpstr>Approach</vt:lpstr>
      <vt:lpstr>Libraries Used</vt:lpstr>
      <vt:lpstr>Challenges Faced</vt:lpstr>
      <vt:lpstr>Mistakes Made</vt:lpstr>
      <vt:lpstr>What I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Chandrika K</dc:creator>
  <cp:lastModifiedBy>Chandrika K</cp:lastModifiedBy>
  <cp:revision>2</cp:revision>
  <dcterms:created xsi:type="dcterms:W3CDTF">2025-12-01T03:18:56Z</dcterms:created>
  <dcterms:modified xsi:type="dcterms:W3CDTF">2025-12-05T06:10:28Z</dcterms:modified>
</cp:coreProperties>
</file>